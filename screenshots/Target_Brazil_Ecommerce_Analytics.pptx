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61A4E8-D8E3-493F-8619-4BB5AE19FDDB}" v="270" dt="2026-05-20T12:46:13.1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02731" y="1542402"/>
            <a:ext cx="5186842" cy="2387918"/>
          </a:xfrm>
        </p:spPr>
        <p:txBody>
          <a:bodyPr anchor="b">
            <a:normAutofit/>
          </a:bodyPr>
          <a:lstStyle/>
          <a:p>
            <a:r>
              <a:rPr lang="en-US" sz="5200" b="1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E-Commerce Analytics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02135" y="4001587"/>
            <a:ext cx="5188034" cy="68207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50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Dataset : </a:t>
            </a:r>
            <a:r>
              <a:rPr lang="en-US" sz="1500">
                <a:solidFill>
                  <a:schemeClr val="tx2"/>
                </a:solidFill>
                <a:ea typeface="+mn-lt"/>
                <a:cs typeface="+mn-lt"/>
              </a:rPr>
              <a:t>Target Brazil E-Commerce Dataset</a:t>
            </a:r>
            <a:endParaRPr lang="en-US" sz="150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  <a:p>
            <a:r>
              <a:rPr lang="en-US" sz="1500">
                <a:solidFill>
                  <a:schemeClr val="tx2"/>
                </a:solidFill>
                <a:ea typeface="+mn-lt"/>
                <a:cs typeface="+mn-lt"/>
              </a:rPr>
              <a:t>Tools: SQL (Google Big Query)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05A8D3-90E1-5AA4-115F-66B7FDECE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Database Exploration &amp; Data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96BA7-5431-6C8F-23E8-981FB0AC1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2588" y="1311818"/>
            <a:ext cx="8426823" cy="3975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Column / Data Type Check</a:t>
            </a:r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FD25C1B-5E04-1A38-D094-81AA56ED2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972" y="2354239"/>
            <a:ext cx="9076056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213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CD4181-B014-5FFB-525E-FDF563770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29D87F8-6E04-A894-3B21-ADEFA535D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0253911-CF6A-3968-2176-6752918E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3C76AE-BF4E-7799-7124-2661687F3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Database Exploration &amp; Data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15C9D-D644-403E-9310-3B7F5834B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2588" y="1311818"/>
            <a:ext cx="8426823" cy="3975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1600">
                <a:ea typeface="+mn-lt"/>
                <a:cs typeface="+mn-lt"/>
              </a:rPr>
              <a:t>Order Date Range</a:t>
            </a:r>
            <a:r>
              <a:rPr lang="en-US" sz="1600" kern="1200">
                <a:ea typeface="+mn-lt"/>
                <a:cs typeface="+mn-lt"/>
              </a:rPr>
              <a:t> Check</a:t>
            </a:r>
            <a:r>
              <a:rPr lang="en-US" sz="1600">
                <a:ea typeface="+mn-lt"/>
                <a:cs typeface="+mn-lt"/>
              </a:rPr>
              <a:t>  /  Distinct Cities &amp; States Count</a:t>
            </a:r>
            <a:endParaRPr lang="en-US">
              <a:ea typeface="+mn-lt"/>
              <a:cs typeface="+mn-lt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5182EF-0E88-D1D3-27E9-7E316F8BA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279" y="2885795"/>
            <a:ext cx="5626473" cy="2397498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DF0110-963C-87F1-BED3-A267E7F9A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629" y="2886916"/>
            <a:ext cx="5358653" cy="224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927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E10A8C-935B-0A8B-ED64-5200E0F66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EEABAD9-D218-2A72-CD55-419BC7681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674F9C0-F594-B19F-BF9B-4C6BA2BB31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E7AC8F-6575-8377-0B1A-D1988BCE5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>
                <a:ea typeface="+mj-lt"/>
                <a:cs typeface="+mj-lt"/>
              </a:rPr>
              <a:t>Customer Analysis</a:t>
            </a:r>
            <a:endParaRPr lang="en-US"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19737-BAAD-85D4-E811-937D8BF5B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2588" y="1311818"/>
            <a:ext cx="8426823" cy="3975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1600">
                <a:ea typeface="+mn-lt"/>
                <a:cs typeface="+mn-lt"/>
              </a:rPr>
              <a:t>Customer Distribution by State</a:t>
            </a:r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07AB2AA-961A-A4FB-64CB-1586C349F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270" y="2410666"/>
            <a:ext cx="8423460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866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0C0226-2967-94CD-D485-9DFB0D891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D179A24-6E8E-F9E4-AC87-DBD1EDF89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839A5A1-DC30-D8A5-DB7F-1EB970843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9B188B-5E73-4A54-DE37-27D5A54D8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>
                <a:ea typeface="+mj-lt"/>
                <a:cs typeface="+mj-lt"/>
              </a:rPr>
              <a:t>Order Trends &amp; Seasonality Analysis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F332C-4922-385F-35D6-218DE68A9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2588" y="1311818"/>
            <a:ext cx="8426823" cy="3975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1600">
                <a:ea typeface="+mn-lt"/>
                <a:cs typeface="+mn-lt"/>
              </a:rPr>
              <a:t>Analyze yearly order growth trend</a:t>
            </a:r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5C0EF8-935F-4A23-B099-B87C82A7B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373" y="2854138"/>
            <a:ext cx="8378637" cy="294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469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F37934-A8CF-FE99-8BEC-46B52BA1A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BE2E87-3286-7BF6-7CCD-BCD44FDA9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A316D4B-DE9A-1FBE-7369-69E7C16BF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2E6003-D10B-3061-F72B-3FDF62EB7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>
                <a:ea typeface="+mj-lt"/>
                <a:cs typeface="+mj-lt"/>
              </a:rPr>
              <a:t>Order Trends &amp; Seasonality Analysis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E36D3-CDDB-42B5-1142-44C1A25E6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2588" y="1311818"/>
            <a:ext cx="8426823" cy="3975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1600">
                <a:ea typeface="+mn-lt"/>
                <a:cs typeface="+mn-lt"/>
              </a:rPr>
              <a:t>Analyze monthly order seasonality</a:t>
            </a:r>
            <a:endParaRPr lang="en-US"/>
          </a:p>
        </p:txBody>
      </p:sp>
      <p:pic>
        <p:nvPicPr>
          <p:cNvPr id="5" name="Picture 4" descr="A screenshot of a data&#10;&#10;AI-generated content may be incorrect.">
            <a:extLst>
              <a:ext uri="{FF2B5EF4-FFF2-40B4-BE49-F238E27FC236}">
                <a16:creationId xmlns:a16="http://schemas.microsoft.com/office/drawing/2014/main" id="{9EA99A07-57FB-D2DF-8BD6-5867C0403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225" y="2342310"/>
            <a:ext cx="7829550" cy="4145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416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54A508-6852-9D52-C254-7A4809C60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479EBFC-5723-E6DE-B7FE-03EBE4E55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9E9A5A0-04EB-9F0F-325D-D0104AD6D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DD425A-8A34-275F-CC53-F17B8EC87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>
                <a:ea typeface="+mj-lt"/>
                <a:cs typeface="+mj-lt"/>
              </a:rPr>
              <a:t>Order Trends &amp; Seasonality Analysis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9E4BF-FC48-3853-31D0-646CA73D0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2588" y="1311818"/>
            <a:ext cx="8426823" cy="3975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1600">
                <a:ea typeface="+mn-lt"/>
                <a:cs typeface="+mn-lt"/>
              </a:rPr>
              <a:t>Analyze peak customer ordering hours</a:t>
            </a:r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5D6B3EE-1E1C-45AB-97B3-DB61A6428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295" y="2634223"/>
            <a:ext cx="7261411" cy="319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52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6C42FA-6B67-4542-FEF7-B4694BC89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3D24EB2-E7E5-7E1D-B296-921759497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28BE4F1-2243-7482-740A-7AC7B9EE0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8709FD-7719-16D5-6A84-AD6831083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>
                <a:ea typeface="+mj-lt"/>
                <a:cs typeface="+mj-lt"/>
              </a:rPr>
              <a:t>Payment Analysis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918DF-F4DC-D4FF-77B6-7914B8F40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2588" y="1311818"/>
            <a:ext cx="8426823" cy="3975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1600">
                <a:ea typeface="+mn-lt"/>
                <a:cs typeface="+mn-lt"/>
              </a:rPr>
              <a:t>Analyze customer payment method preferences</a:t>
            </a:r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6B22E4D-1BA8-E6AE-C743-3908E9D6A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221" y="2388254"/>
            <a:ext cx="9076764" cy="373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408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2679F5-9FFF-44CD-D9D2-6FDEB94FC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E66805D-9B1C-AB06-F82B-BCA59E14AA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31DDD77-99EC-91D9-4175-D2620828E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B53D53-AA21-2F31-275A-AAB3433DE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>
                <a:ea typeface="+mj-lt"/>
                <a:cs typeface="+mj-lt"/>
              </a:rPr>
              <a:t>Payment Analysis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9FD55-83DD-AC5D-634C-F0072FADD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2588" y="1311818"/>
            <a:ext cx="8426823" cy="3975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1600">
                <a:ea typeface="+mn-lt"/>
                <a:cs typeface="+mn-lt"/>
              </a:rPr>
              <a:t>Analyze installment payment behavior</a:t>
            </a:r>
            <a:endParaRPr lang="en-US"/>
          </a:p>
        </p:txBody>
      </p:sp>
      <p:pic>
        <p:nvPicPr>
          <p:cNvPr id="4" name="Picture 3" descr="A screenshot of a data&#10;&#10;AI-generated content may be incorrect.">
            <a:extLst>
              <a:ext uri="{FF2B5EF4-FFF2-40B4-BE49-F238E27FC236}">
                <a16:creationId xmlns:a16="http://schemas.microsoft.com/office/drawing/2014/main" id="{3F015F58-64BB-9ACF-57EB-BD53E0DF1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358" y="2365842"/>
            <a:ext cx="5028079" cy="405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596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36A05A-F80F-3868-5B44-C85169FC1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02EA50-8A1E-4308-8428-0BA6BC67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FCEA04B-CC21-DB3F-1385-2A547CAF09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EDBD8D-F8CD-313F-CD81-A35C1F931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>
                <a:ea typeface="+mj-lt"/>
                <a:cs typeface="+mj-lt"/>
              </a:rPr>
              <a:t>Delivery Performance Analysis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CA377-F4A2-9C90-3868-1411F8068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2588" y="1311818"/>
            <a:ext cx="8426823" cy="3975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1600">
                <a:ea typeface="+mn-lt"/>
                <a:cs typeface="+mn-lt"/>
              </a:rPr>
              <a:t>Analyze delivery time performance</a:t>
            </a:r>
            <a:endParaRPr lang="en-US"/>
          </a:p>
        </p:txBody>
      </p:sp>
      <p:pic>
        <p:nvPicPr>
          <p:cNvPr id="5" name="Picture 4" descr="A screenshot of a data&#10;&#10;AI-generated content may be incorrect.">
            <a:extLst>
              <a:ext uri="{FF2B5EF4-FFF2-40B4-BE49-F238E27FC236}">
                <a16:creationId xmlns:a16="http://schemas.microsoft.com/office/drawing/2014/main" id="{75E1F24D-0255-F5CC-3790-FD37F6A95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537" y="2357717"/>
            <a:ext cx="8162925" cy="405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393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9814A0-B051-4781-2F50-17702B233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F34A16-DEB5-73B9-F098-C9B45CCBD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334EF39-3379-74A6-D321-78E232166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A60299-0B96-3F01-6E92-B59505C9C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>
                <a:ea typeface="+mj-lt"/>
                <a:cs typeface="+mj-lt"/>
              </a:rPr>
              <a:t>Delivery Performance Analysis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D752D-0D2F-A459-3DB4-CB4E827D4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2588" y="1311818"/>
            <a:ext cx="8426823" cy="3975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1600">
                <a:ea typeface="+mn-lt"/>
                <a:cs typeface="+mn-lt"/>
              </a:rPr>
              <a:t>Analyze regional freight cost distribution</a:t>
            </a:r>
            <a:endParaRPr lang="en-US"/>
          </a:p>
        </p:txBody>
      </p:sp>
      <p:pic>
        <p:nvPicPr>
          <p:cNvPr id="4" name="Picture 3" descr="A screenshot of a data&#10;&#10;AI-generated content may be incorrect.">
            <a:extLst>
              <a:ext uri="{FF2B5EF4-FFF2-40B4-BE49-F238E27FC236}">
                <a16:creationId xmlns:a16="http://schemas.microsoft.com/office/drawing/2014/main" id="{0CCE1E07-0880-99EA-1CB5-7E2E08591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943" y="2262187"/>
            <a:ext cx="8908116" cy="409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127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093C34-7E6F-A784-78B7-69FAC0953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C38DD8-BAAA-29AF-D72F-028825FDB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2524795"/>
            <a:ext cx="9822343" cy="1123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 b="1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Thank you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10896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E-Commerce Analytics Project</vt:lpstr>
      <vt:lpstr>Database Exploration &amp; Data Validation</vt:lpstr>
      <vt:lpstr>Database Exploration &amp; Data Validation</vt:lpstr>
      <vt:lpstr>Customer Analysis</vt:lpstr>
      <vt:lpstr>Order Trends &amp; Seasonality Analysis</vt:lpstr>
      <vt:lpstr>Order Trends &amp; Seasonality Analysis</vt:lpstr>
      <vt:lpstr>Order Trends &amp; Seasonality Analysis</vt:lpstr>
      <vt:lpstr>Payment Analysis</vt:lpstr>
      <vt:lpstr>Payment Analysis</vt:lpstr>
      <vt:lpstr>Delivery Performance Analysis</vt:lpstr>
      <vt:lpstr>Delivery Performance Analysis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149</cp:revision>
  <dcterms:created xsi:type="dcterms:W3CDTF">2026-05-20T12:15:28Z</dcterms:created>
  <dcterms:modified xsi:type="dcterms:W3CDTF">2026-05-20T12:46:39Z</dcterms:modified>
</cp:coreProperties>
</file>